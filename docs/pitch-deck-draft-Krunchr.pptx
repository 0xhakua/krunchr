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88"/>
                </a:solidFill>
              </a:rPr>
              <a:t>[FULL-SLIDE IMAGE — see image prompt #1]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Krunchr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0000"/>
                </a:solidFill>
              </a:rPr>
              <a:t>Compliance Engine — Philippine tax filing, automated.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Track: Local Finance &amp; Real World Access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Project Lead: [NAME]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Contact: [contact]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88"/>
                </a:solidFill>
              </a:rPr>
              <a:t>[FULL-SLIDE IMAGE — see image prompt #2]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1323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Up to 8 BIR returns a year — in a strict legal order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Rules bite: 8% election is irrevocable; penalties changed under RA 11976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One slip → surcharge, interest, compromise penalties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Proof of filing is just a scanned PDF anyone could edit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Solution — 8 returns, 1 upload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Upload your Form 2307s → the engine recomputes the whole tax year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Correct by construction: 8% rules, RA 11976, holiday-aware deadlines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Every filed return → a tamper-evident, verifiable receipt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One-click filing package: all PDFs + SAWT + cover sheet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Demo — the core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Maria finishes a 3-minute onboarding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Uploads Form 2307s → dashboard lights up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All 8 returns compute: Blocked → Pending → Generated → Filed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Files a return → Stellar TX ID + scannable QR appear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Loan officer scans it → compliance confirmed in ~30 seconds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08792" cy="45720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[DEMO VIDEO — ~60–90s: onboarding → upload → compute → file → verify]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One app, one database, one pure computation engine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Money is never floating-point — decimal.js everywhere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Every state-changing action is logged in an append-only audit trail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Graceful failure: filing succeeds even if on-chain anchoring hiccups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Impact &amp;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Millions of Filipino freelancers on the 8% flat rate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Why now: 8% regime, Ease of Paying Taxes Act, freelance boom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Trust unlock: a private chore becomes bank/embassy-verifiable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Built for the track: local finance + real-world access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Graduated-rate path — full end-to-end flow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Mixed-income → Form 1701 completion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Hard VAT-threshold breach block (₱3M)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Self-serve registration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OCR for Form 2307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Mainnet anchoring + public verifier page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Team &amp; Thanks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772400" cy="9144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Contact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[Name]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[Role]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[Contact]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[Name]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[Role]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[Contact]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[Name]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[Role]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[Contact]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840480"/>
            <a:ext cx="1090879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App: https://app.krunchr.xyz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Landing: https://krunchr.xyz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Contact: krunchr@artisam.xyz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Thanks to the organizers, the Stellar community, and Filipino freelancers.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2026-07-03T03:44:53Z</dcterms:created>
  <dcterms:modified xsi:type="dcterms:W3CDTF">2026-07-03T03:44:53Z</dcterms:modified>
</cp:coreProperties>
</file>